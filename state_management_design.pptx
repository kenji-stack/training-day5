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状態管理設計書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</a:p>
          <a:p>
            <a:pPr>
              <a:defRPr sz="1800"/>
            </a:pPr>
            <a:r>
              <a:t>【状態管理アーキテクチャ図】</a:t>
            </a:r>
          </a:p>
          <a:p>
            <a:pPr>
              <a:defRPr sz="1800"/>
            </a:pPr>
            <a:r>
              <a:t>UI（useState）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Context（AuthContext / UserContext）</a:t>
            </a:r>
          </a:p>
          <a:p>
            <a:pPr>
              <a:defRPr sz="1800"/>
            </a:pPr>
            <a:r>
              <a:t>   ↓</a:t>
            </a:r>
          </a:p>
          <a:p>
            <a:pPr>
              <a:defRPr sz="1800"/>
            </a:pPr>
            <a:r>
              <a:t>React Query（Firestoreデータ管理）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【依存関係図】</a:t>
            </a:r>
          </a:p>
          <a:p>
            <a:pPr>
              <a:defRPr sz="1800"/>
            </a:pPr>
            <a:r>
              <a:t>React Components → Context → React Query → Firestore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【データフロー図】</a:t>
            </a:r>
          </a:p>
          <a:p>
            <a:pPr>
              <a:defRPr sz="1800"/>
            </a:pPr>
            <a:r>
              <a:t>User Action → Component → React Query → Firestore → React Query Cache → Component UI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【React コンポーネント構成図】</a:t>
            </a:r>
          </a:p>
          <a:p>
            <a:pPr>
              <a:defRPr sz="1800"/>
            </a:pPr>
            <a:r>
              <a:t>App</a:t>
            </a:r>
          </a:p>
          <a:p>
            <a:pPr>
              <a:defRPr sz="1800"/>
            </a:pPr>
            <a:r>
              <a:t> ├─ AuthProvider</a:t>
            </a:r>
          </a:p>
          <a:p>
            <a:pPr>
              <a:defRPr sz="1800"/>
            </a:pPr>
            <a:r>
              <a:t> ├─ Calendar</a:t>
            </a:r>
          </a:p>
          <a:p>
            <a:pPr>
              <a:defRPr sz="1800"/>
            </a:pPr>
            <a:r>
              <a:t> │    ├─ CalendarHeader</a:t>
            </a:r>
          </a:p>
          <a:p>
            <a:pPr>
              <a:defRPr sz="1800"/>
            </a:pPr>
            <a:r>
              <a:t> │    ├─ CalendarGrid</a:t>
            </a:r>
          </a:p>
          <a:p>
            <a:pPr>
              <a:defRPr sz="1800"/>
            </a:pPr>
            <a:r>
              <a:t> │    └─ DayCell</a:t>
            </a:r>
          </a:p>
          <a:p>
            <a:pPr>
              <a:defRPr sz="1800"/>
            </a:pPr>
            <a:r>
              <a:t> ├─ Reservation</a:t>
            </a:r>
          </a:p>
          <a:p>
            <a:pPr>
              <a:defRPr sz="1800"/>
            </a:pPr>
            <a:r>
              <a:t> └─ Settings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