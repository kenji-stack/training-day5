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画面一覧（全体UIマップ）とワイヤーフレーム</a:t>
            </a:r>
          </a:p>
          <a:p/>
          <a:p>
            <a:r>
              <a:t>【1. 画面一覧】</a:t>
            </a:r>
          </a:p>
          <a:p>
            <a:r>
              <a:t>1. ホーム画面（Dashboard）</a:t>
            </a:r>
          </a:p>
          <a:p>
            <a:r>
              <a:t>2. カレンダー画面（Calendar）</a:t>
            </a:r>
          </a:p>
          <a:p>
            <a:r>
              <a:t>3. 日別記録画面（Daily Record）</a:t>
            </a:r>
          </a:p>
          <a:p>
            <a:r>
              <a:t>4. 設定画面（Settings）</a:t>
            </a:r>
          </a:p>
          <a:p>
            <a:r>
              <a:t>5. チェック項目編集画面（Item Edit）</a:t>
            </a:r>
          </a:p>
          <a:p/>
          <a:p>
            <a:r>
              <a:t>【2. ワイヤーフレーム（概要）】</a:t>
            </a:r>
          </a:p>
          <a:p>
            <a:r>
              <a:t>ホーム：</a:t>
            </a:r>
          </a:p>
          <a:p>
            <a:r>
              <a:t>[記録状況]</a:t>
            </a:r>
          </a:p>
          <a:p>
            <a:r>
              <a:t>[グラフ]</a:t>
            </a:r>
          </a:p>
          <a:p>
            <a:r>
              <a:t>[今日の記録へ]</a:t>
            </a:r>
          </a:p>
          <a:p/>
          <a:p>
            <a:r>
              <a:t>カレンダー：</a:t>
            </a:r>
          </a:p>
          <a:p>
            <a:r>
              <a:t>[月表示]</a:t>
            </a:r>
          </a:p>
          <a:p>
            <a:r>
              <a:t>[各日アイコン表示]</a:t>
            </a:r>
          </a:p>
          <a:p/>
          <a:p>
            <a:r>
              <a:t>日別記録：</a:t>
            </a:r>
          </a:p>
          <a:p>
            <a:r>
              <a:t>[チェック項目]</a:t>
            </a:r>
          </a:p>
          <a:p>
            <a:r>
              <a:t>[メモ欄]</a:t>
            </a:r>
          </a:p>
          <a:p>
            <a:r>
              <a:t>[保存]</a:t>
            </a:r>
          </a:p>
          <a:p/>
          <a:p>
            <a:r>
              <a:t>設定：</a:t>
            </a:r>
          </a:p>
          <a:p>
            <a:r>
              <a:t>[通知設定]</a:t>
            </a:r>
          </a:p>
          <a:p>
            <a:r>
              <a:t>[項目編集]</a:t>
            </a:r>
          </a:p>
          <a:p/>
          <a:p>
            <a:r>
              <a:t>項目編集：</a:t>
            </a:r>
          </a:p>
          <a:p>
            <a:r>
              <a:t>[項目リスト]</a:t>
            </a:r>
          </a:p>
          <a:p>
            <a:r>
              <a:t>[追加]</a:t>
            </a:r>
          </a:p>
          <a:p>
            <a:r>
              <a:t>[保存]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